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10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1024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C2D1"/>
          </a:solidFill>
          <a:ln w="12700">
            <a:solidFill>
              <a:srgbClr val="00C2D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8229600" cy="3520440"/>
          </a:xfrm>
          <a:prstGeom prst="rect">
            <a:avLst/>
          </a:prstGeom>
          <a:solidFill>
            <a:srgbClr val="101929"/>
          </a:solidFill>
          <a:ln w="12700">
            <a:solidFill>
              <a:srgbClr val="007A8A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5" name="Shape 3"/>
          <p:cNvSpPr/>
          <p:nvPr/>
        </p:nvSpPr>
        <p:spPr>
          <a:xfrm>
            <a:off x="457200" y="548640"/>
            <a:ext cx="109728" cy="3520440"/>
          </a:xfrm>
          <a:prstGeom prst="rect">
            <a:avLst/>
          </a:prstGeom>
          <a:solidFill>
            <a:srgbClr val="00C2D1"/>
          </a:solidFill>
          <a:ln w="12700">
            <a:solidFill>
              <a:srgbClr val="00C2D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22960" y="7772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Enterprise 10.2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Guide on CentOS 9 Stream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2377440"/>
            <a:ext cx="6858000" cy="36576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822960" y="2560320"/>
            <a:ext cx="1371600" cy="347472"/>
          </a:xfrm>
          <a:prstGeom prst="rect">
            <a:avLst/>
          </a:prstGeom>
          <a:solidFill>
            <a:srgbClr val="0D2137"/>
          </a:solidFill>
          <a:ln w="10160">
            <a:solidFill>
              <a:srgbClr val="00C2D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822960" y="25603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31720" y="2560320"/>
            <a:ext cx="1371600" cy="347472"/>
          </a:xfrm>
          <a:prstGeom prst="rect">
            <a:avLst/>
          </a:prstGeom>
          <a:solidFill>
            <a:srgbClr val="0D2137"/>
          </a:solidFill>
          <a:ln w="10160">
            <a:solidFill>
              <a:srgbClr val="00C2D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2331720" y="25603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Management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40480" y="2560320"/>
            <a:ext cx="1371600" cy="347472"/>
          </a:xfrm>
          <a:prstGeom prst="rect">
            <a:avLst/>
          </a:prstGeom>
          <a:solidFill>
            <a:srgbClr val="0D2137"/>
          </a:solidFill>
          <a:ln w="10160">
            <a:solidFill>
              <a:srgbClr val="00C2D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3840480" y="25603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Detection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349240" y="2560320"/>
            <a:ext cx="1371600" cy="347472"/>
          </a:xfrm>
          <a:prstGeom prst="rect">
            <a:avLst/>
          </a:prstGeom>
          <a:solidFill>
            <a:srgbClr val="0D2137"/>
          </a:solidFill>
          <a:ln w="10160">
            <a:solidFill>
              <a:srgbClr val="00C2D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349240" y="25603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CentOS 9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58000" y="2560320"/>
            <a:ext cx="1371600" cy="347472"/>
          </a:xfrm>
          <a:prstGeom prst="rect">
            <a:avLst/>
          </a:prstGeom>
          <a:solidFill>
            <a:srgbClr val="0D2137"/>
          </a:solidFill>
          <a:ln w="10160">
            <a:solidFill>
              <a:srgbClr val="00C2D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858000" y="25603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" y="30632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Eissa  |  Cybersecurity &amp; IT Governance Leader 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340156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ESLabs Academy  ·  muhammadeissa.me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47731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Muhammad Eissa – ESLabs Academy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8412480" cy="658368"/>
          </a:xfrm>
          <a:prstGeom prst="rect">
            <a:avLst/>
          </a:prstGeom>
          <a:solidFill>
            <a:srgbClr val="0D2137"/>
          </a:solidFill>
          <a:ln w="19050">
            <a:solidFill>
              <a:srgbClr val="00C2D1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219456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2715768" cy="1170432"/>
          </a:xfrm>
          <a:prstGeom prst="rect">
            <a:avLst/>
          </a:prstGeom>
          <a:solidFill>
            <a:srgbClr val="101929"/>
          </a:solidFill>
          <a:ln w="10160">
            <a:solidFill>
              <a:srgbClr val="007A8A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475488" cy="1170432"/>
          </a:xfrm>
          <a:prstGeom prst="rect">
            <a:avLst/>
          </a:prstGeom>
          <a:solidFill>
            <a:srgbClr val="0D2137"/>
          </a:solidFill>
          <a:ln w="10160">
            <a:solidFill>
              <a:srgbClr val="00C2D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365760" y="1024128"/>
            <a:ext cx="47548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078992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Pre-Installation Checklist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1499616"/>
            <a:ext cx="2084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requirements &amp; hardware specs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18688" y="1024128"/>
            <a:ext cx="2715768" cy="1170432"/>
          </a:xfrm>
          <a:prstGeom prst="rect">
            <a:avLst/>
          </a:prstGeom>
          <a:solidFill>
            <a:srgbClr val="101929"/>
          </a:solidFill>
          <a:ln w="10160">
            <a:solidFill>
              <a:srgbClr val="007A8A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3218688" y="1024128"/>
            <a:ext cx="475488" cy="1170432"/>
          </a:xfrm>
          <a:prstGeom prst="rect">
            <a:avLst/>
          </a:prstGeom>
          <a:solidFill>
            <a:srgbClr val="0D2137"/>
          </a:solidFill>
          <a:ln w="10160">
            <a:solidFill>
              <a:srgbClr val="00C2D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218688" y="1024128"/>
            <a:ext cx="47548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67328" y="1078992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Preparation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767328" y="1499616"/>
            <a:ext cx="2084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Updates, firewall, dependencies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071616" y="1024128"/>
            <a:ext cx="2715768" cy="1170432"/>
          </a:xfrm>
          <a:prstGeom prst="rect">
            <a:avLst/>
          </a:prstGeom>
          <a:solidFill>
            <a:srgbClr val="101929"/>
          </a:solidFill>
          <a:ln w="10160">
            <a:solidFill>
              <a:srgbClr val="007A8A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6071616" y="1024128"/>
            <a:ext cx="475488" cy="1170432"/>
          </a:xfrm>
          <a:prstGeom prst="rect">
            <a:avLst/>
          </a:prstGeom>
          <a:solidFill>
            <a:srgbClr val="0D2137"/>
          </a:solidFill>
          <a:ln w="10160">
            <a:solidFill>
              <a:srgbClr val="00C2D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071616" y="1024128"/>
            <a:ext cx="47548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20256" y="1078992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SELinux &amp; ulimit Tuning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620256" y="1499616"/>
            <a:ext cx="2084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SELinux contexts, file descriptors, kernel params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2322576"/>
            <a:ext cx="2715768" cy="1170432"/>
          </a:xfrm>
          <a:prstGeom prst="rect">
            <a:avLst/>
          </a:prstGeom>
          <a:solidFill>
            <a:srgbClr val="101929"/>
          </a:solidFill>
          <a:ln w="10160">
            <a:solidFill>
              <a:srgbClr val="007A8A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365760" y="2322576"/>
            <a:ext cx="475488" cy="1170432"/>
          </a:xfrm>
          <a:prstGeom prst="rect">
            <a:avLst/>
          </a:prstGeom>
          <a:solidFill>
            <a:srgbClr val="0D2137"/>
          </a:solidFill>
          <a:ln w="10160">
            <a:solidFill>
              <a:srgbClr val="00C2D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365760" y="2322576"/>
            <a:ext cx="47548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2377440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User &amp; Download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4400" y="2798064"/>
            <a:ext cx="2084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user + SHA-256 verification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18688" y="2322576"/>
            <a:ext cx="2715768" cy="1170432"/>
          </a:xfrm>
          <a:prstGeom prst="rect">
            <a:avLst/>
          </a:prstGeom>
          <a:solidFill>
            <a:srgbClr val="101929"/>
          </a:solidFill>
          <a:ln w="10160">
            <a:solidFill>
              <a:srgbClr val="007A8A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3218688" y="2322576"/>
            <a:ext cx="475488" cy="1170432"/>
          </a:xfrm>
          <a:prstGeom prst="rect">
            <a:avLst/>
          </a:prstGeom>
          <a:solidFill>
            <a:srgbClr val="0D2137"/>
          </a:solidFill>
          <a:ln w="10160">
            <a:solidFill>
              <a:srgbClr val="00C2D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3218688" y="2322576"/>
            <a:ext cx="47548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767328" y="2377440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RPM Installation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767328" y="2798064"/>
            <a:ext cx="2084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Install, set ownership, first start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071616" y="2322576"/>
            <a:ext cx="2715768" cy="1170432"/>
          </a:xfrm>
          <a:prstGeom prst="rect">
            <a:avLst/>
          </a:prstGeom>
          <a:solidFill>
            <a:srgbClr val="101929"/>
          </a:solidFill>
          <a:ln w="10160">
            <a:solidFill>
              <a:srgbClr val="007A8A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6071616" y="2322576"/>
            <a:ext cx="475488" cy="1170432"/>
          </a:xfrm>
          <a:prstGeom prst="rect">
            <a:avLst/>
          </a:prstGeom>
          <a:solidFill>
            <a:srgbClr val="0D2137"/>
          </a:solidFill>
          <a:ln w="10160">
            <a:solidFill>
              <a:srgbClr val="00C2D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6071616" y="2322576"/>
            <a:ext cx="47548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620256" y="2377440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Systemd Service Setup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620256" y="2798064"/>
            <a:ext cx="2084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persistence with systemd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65760" y="3621024"/>
            <a:ext cx="2715768" cy="1170432"/>
          </a:xfrm>
          <a:prstGeom prst="rect">
            <a:avLst/>
          </a:prstGeom>
          <a:solidFill>
            <a:srgbClr val="101929"/>
          </a:solidFill>
          <a:ln w="10160">
            <a:solidFill>
              <a:srgbClr val="007A8A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365760" y="3621024"/>
            <a:ext cx="475488" cy="1170432"/>
          </a:xfrm>
          <a:prstGeom prst="rect">
            <a:avLst/>
          </a:prstGeom>
          <a:solidFill>
            <a:srgbClr val="0D2137"/>
          </a:solidFill>
          <a:ln w="10160">
            <a:solidFill>
              <a:srgbClr val="00C2D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365760" y="3621024"/>
            <a:ext cx="47548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14400" y="367588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Configuration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14400" y="4096512"/>
            <a:ext cx="2084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rules — Web UI, HEC, Syslog, Indexer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218688" y="3621024"/>
            <a:ext cx="2715768" cy="1170432"/>
          </a:xfrm>
          <a:prstGeom prst="rect">
            <a:avLst/>
          </a:prstGeom>
          <a:solidFill>
            <a:srgbClr val="101929"/>
          </a:solidFill>
          <a:ln w="10160">
            <a:solidFill>
              <a:srgbClr val="007A8A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3218688" y="3621024"/>
            <a:ext cx="475488" cy="1170432"/>
          </a:xfrm>
          <a:prstGeom prst="rect">
            <a:avLst/>
          </a:prstGeom>
          <a:solidFill>
            <a:srgbClr val="0D2137"/>
          </a:solidFill>
          <a:ln w="10160">
            <a:solidFill>
              <a:srgbClr val="00C2D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3218688" y="3621024"/>
            <a:ext cx="47548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767328" y="367588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Post-Install Hardening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767328" y="4096512"/>
            <a:ext cx="2084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HTTPS, LDAP, SELinux re-enable, audit logging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071616" y="3621024"/>
            <a:ext cx="2715768" cy="1170432"/>
          </a:xfrm>
          <a:prstGeom prst="rect">
            <a:avLst/>
          </a:prstGeom>
          <a:solidFill>
            <a:srgbClr val="101929"/>
          </a:solidFill>
          <a:ln w="10160">
            <a:solidFill>
              <a:srgbClr val="007A8A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5" name="Shape 43"/>
          <p:cNvSpPr/>
          <p:nvPr/>
        </p:nvSpPr>
        <p:spPr>
          <a:xfrm>
            <a:off x="6071616" y="3621024"/>
            <a:ext cx="475488" cy="1170432"/>
          </a:xfrm>
          <a:prstGeom prst="rect">
            <a:avLst/>
          </a:prstGeom>
          <a:solidFill>
            <a:srgbClr val="0D2137"/>
          </a:solidFill>
          <a:ln w="10160">
            <a:solidFill>
              <a:srgbClr val="00C2D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/>
          <p:nvPr/>
        </p:nvSpPr>
        <p:spPr>
          <a:xfrm>
            <a:off x="6071616" y="3621024"/>
            <a:ext cx="47548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620256" y="367588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620256" y="4096512"/>
            <a:ext cx="2084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commands &amp; directory map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8412480" cy="658368"/>
          </a:xfrm>
          <a:prstGeom prst="rect">
            <a:avLst/>
          </a:prstGeom>
          <a:solidFill>
            <a:srgbClr val="0D2137"/>
          </a:solidFill>
          <a:ln w="19050">
            <a:solidFill>
              <a:srgbClr val="00C2D1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219456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Pre-Installation Checklist — System Requirements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2852928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cores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9D3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16+ cores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GB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9D3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16–64 GB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GB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9D3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SSD/NVMe preferred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C2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CentOS 9 Stream x86_64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C2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CentOS 9 Stream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Kernel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3.10+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9D3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5.14+ (CentOS 9 default)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3977640"/>
            <a:ext cx="8412480" cy="777240"/>
          </a:xfrm>
          <a:prstGeom prst="rect">
            <a:avLst/>
          </a:prstGeom>
          <a:solidFill>
            <a:srgbClr val="101929"/>
          </a:solidFill>
          <a:ln w="19050">
            <a:solidFill>
              <a:srgbClr val="F59E0B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475488" y="4023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Always download Splunk from the official Splunk portal. Verify SHA-256 checksums before installation — a critical step in any financial-services environment aligned to CBUAE ISR and ISO 27001.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8412480" cy="658368"/>
          </a:xfrm>
          <a:prstGeom prst="rect">
            <a:avLst/>
          </a:prstGeom>
          <a:solidFill>
            <a:srgbClr val="0D2137"/>
          </a:solidFill>
          <a:ln w="19050">
            <a:solidFill>
              <a:srgbClr val="00C2D1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219456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System Tuning — SELinux &amp; ulimit Configuration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64592" cy="3337560"/>
          </a:xfrm>
          <a:prstGeom prst="rect">
            <a:avLst/>
          </a:prstGeom>
          <a:solidFill>
            <a:srgbClr val="00C2D1"/>
          </a:solidFill>
          <a:ln w="12700">
            <a:solidFill>
              <a:srgbClr val="00C2D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94360" y="960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SELinux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261872"/>
            <a:ext cx="4114800" cy="3035808"/>
          </a:xfrm>
          <a:prstGeom prst="rect">
            <a:avLst/>
          </a:prstGeom>
          <a:solidFill>
            <a:srgbClr val="0D1117"/>
          </a:solidFill>
          <a:ln w="12700">
            <a:solidFill>
              <a:srgbClr val="1F6FEB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713232" y="1316736"/>
            <a:ext cx="3877056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Check current state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sestatus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getenforce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Set permissive for install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setenforce 0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sed -i 's/SELINUX=enforcing/SELINUX=permissive/' \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/etc/selinux/config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After install — apply Splunk contexts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00C2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semanage fcontext -a -t bin_t \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00C2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"/opt/splunk/bin(/.*)?"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00C2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restorecon -Rv /opt/splunk/bin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Allow Splunk ports in SELinux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00C2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semanage port -a -t http_port_t -p tcp 8000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00C2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semanage port -a -t http_port_t -p tcp 8089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00C2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semanage port -a -t http_port_t -p tcp 8088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5. Re-enable enforcing mode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sed -i 's/SELINUX=permissive/SELINUX=enforcing/' \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/etc/selinux/config &amp;&amp; sudo setenforce 1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4892040" y="960120"/>
            <a:ext cx="164592" cy="333756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120640" y="960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ulimit / File Descriptors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120640" y="1261872"/>
            <a:ext cx="3657600" cy="3035808"/>
          </a:xfrm>
          <a:prstGeom prst="rect">
            <a:avLst/>
          </a:prstGeom>
          <a:solidFill>
            <a:srgbClr val="0D1117"/>
          </a:solidFill>
          <a:ln w="12700">
            <a:solidFill>
              <a:srgbClr val="1F6FEB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230368" y="1316736"/>
            <a:ext cx="3438144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/etc/security/limits.conf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splunk  soft  nofile  65535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splunk  hard  nofile  65535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splunk  soft  nproc   20480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splunk  hard  nproc   20480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 — via systemd unit file: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/etc/systemd/system/Splunkd.service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[Service]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00C2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LimitNOFILE=65535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00C2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LimitNPROC=20480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Verify at runtime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/proc/$(pgrep splunkd)/limits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ulimit -n   # Check open files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Kernel: disable THP (Transparent Huge Pages)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never &gt; /sys/kernel/mm/transparent_hugepage/enabled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never &gt; /sys/kernel/mm/transparent_hugepage/defrag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365760" y="4407408"/>
            <a:ext cx="8412480" cy="548640"/>
          </a:xfrm>
          <a:prstGeom prst="rect">
            <a:avLst/>
          </a:prstGeom>
          <a:solidFill>
            <a:srgbClr val="0D2137"/>
          </a:solidFill>
          <a:ln w="12700">
            <a:solidFill>
              <a:srgbClr val="F59E0B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02920" y="4425696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Without ulimit tuning, Splunk will hit OS file-descriptor limits under heavy log ingestion — causing indexer stalls and data loss.  THP causes memory allocation latency spikes in high-throughput environments.  Both are documented Splunk prerequisites.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8412480" cy="658368"/>
          </a:xfrm>
          <a:prstGeom prst="rect">
            <a:avLst/>
          </a:prstGeom>
          <a:solidFill>
            <a:srgbClr val="0D2137"/>
          </a:solidFill>
          <a:ln w="19050">
            <a:solidFill>
              <a:srgbClr val="00C2D1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219456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Step 1 — System Preparation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468880"/>
          </a:xfrm>
          <a:prstGeom prst="rect">
            <a:avLst/>
          </a:prstGeom>
          <a:solidFill>
            <a:srgbClr val="0D1117"/>
          </a:solidFill>
          <a:ln w="12700">
            <a:solidFill>
              <a:srgbClr val="1F6FEB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02920" y="987552"/>
            <a:ext cx="82296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Update all packages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dnf update -y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dependencies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dnf install -y wget curl tar net-tools policycoreutils-python-utils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Disable firewalld temporarily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stop firewalld &amp;&amp; sudo systemctl disable firewalld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Set SELinux to permissive (re-enable after install)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setenforce 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sed -i 's/^SELINUX=enforcing/SELINUX=permissive/' /etc/selinux/config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C2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getenforce   # Verify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3520440"/>
            <a:ext cx="8412480" cy="713232"/>
          </a:xfrm>
          <a:prstGeom prst="rect">
            <a:avLst/>
          </a:prstGeom>
          <a:solidFill>
            <a:srgbClr val="101929"/>
          </a:solidFill>
          <a:ln w="19050">
            <a:solidFill>
              <a:srgbClr val="F59E0B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75488" y="356616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Security Note: Re-enable SELinux after confirming Splunk runs. Disabling SELinux permanently violates CBUAE ISR Domain 8 (Access Control) and ISO 27001 A.8 (Technological Controls).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8412480" cy="658368"/>
          </a:xfrm>
          <a:prstGeom prst="rect">
            <a:avLst/>
          </a:prstGeom>
          <a:solidFill>
            <a:srgbClr val="0D2137"/>
          </a:solidFill>
          <a:ln w="19050">
            <a:solidFill>
              <a:srgbClr val="00C2D1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219456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Step 2 — Create Dedicated Splunk User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937760" cy="2011680"/>
          </a:xfrm>
          <a:prstGeom prst="rect">
            <a:avLst/>
          </a:prstGeom>
          <a:solidFill>
            <a:srgbClr val="0D1117"/>
          </a:solidFill>
          <a:ln w="12700">
            <a:solidFill>
              <a:srgbClr val="1F6FEB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02920" y="1024128"/>
            <a:ext cx="466344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non-root system user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useradd -m -r -s /bin/bash splunk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Set a strong password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passwd splunk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Verify user creation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C2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splunk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0" y="960120"/>
            <a:ext cx="3291840" cy="914400"/>
          </a:xfrm>
          <a:prstGeom prst="rect">
            <a:avLst/>
          </a:prstGeom>
          <a:solidFill>
            <a:srgbClr val="101929"/>
          </a:solidFill>
          <a:ln w="10160">
            <a:solidFill>
              <a:srgbClr val="007A8A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577840" y="99669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Principle of Least Privilege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577840" y="128930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run Splunk as root. A dedicated service account limits blast radius on compromise.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0" y="2011680"/>
            <a:ext cx="3291840" cy="914400"/>
          </a:xfrm>
          <a:prstGeom prst="rect">
            <a:avLst/>
          </a:prstGeom>
          <a:solidFill>
            <a:srgbClr val="101929"/>
          </a:solidFill>
          <a:ln w="10160">
            <a:solidFill>
              <a:srgbClr val="007A8A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5577840" y="204825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ISO 27001 — Annex A.9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577840" y="234086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requirements mandate user identity management and privilege separation.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0" y="3063240"/>
            <a:ext cx="3291840" cy="914400"/>
          </a:xfrm>
          <a:prstGeom prst="rect">
            <a:avLst/>
          </a:prstGeom>
          <a:solidFill>
            <a:srgbClr val="101929"/>
          </a:solidFill>
          <a:ln w="10160">
            <a:solidFill>
              <a:srgbClr val="007A8A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577840" y="309981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CBUAE ISR — Domain 8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77840" y="339242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regulators require explicit service account governance and access logging.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3127248"/>
            <a:ext cx="8412480" cy="594360"/>
          </a:xfrm>
          <a:prstGeom prst="rect">
            <a:avLst/>
          </a:prstGeom>
          <a:solidFill>
            <a:srgbClr val="101929"/>
          </a:solidFill>
          <a:ln w="19050">
            <a:solidFill>
              <a:srgbClr val="00C2D1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75488" y="31729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Use a vault or PAM solution (CyberArk, HashiCorp Vault) to store and rotate the Splunk service account password — never hardcode credentials.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840480"/>
            <a:ext cx="8412480" cy="502920"/>
          </a:xfrm>
          <a:prstGeom prst="rect">
            <a:avLst/>
          </a:prstGeom>
          <a:solidFill>
            <a:srgbClr val="0D2137"/>
          </a:solidFill>
          <a:ln w="10160">
            <a:solidFill>
              <a:srgbClr val="00C2D1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502920" y="38587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Alignment:  CBUAE ISR Domain 8  ·  ISO/IEC 27001 A.9.4  ·  NIST CSF PR.AC-4  ·  PCI DSS Req. 7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8412480" cy="658368"/>
          </a:xfrm>
          <a:prstGeom prst="rect">
            <a:avLst/>
          </a:prstGeom>
          <a:solidFill>
            <a:srgbClr val="0D2137"/>
          </a:solidFill>
          <a:ln w="19050">
            <a:solidFill>
              <a:srgbClr val="00C2D1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219456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Steps 3 &amp; 4 — Download &amp; RPM Installation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326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Download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225296"/>
            <a:ext cx="4937760" cy="1691640"/>
          </a:xfrm>
          <a:prstGeom prst="rect">
            <a:avLst/>
          </a:prstGeom>
          <a:solidFill>
            <a:srgbClr val="0D1117"/>
          </a:solidFill>
          <a:ln w="12700">
            <a:solidFill>
              <a:srgbClr val="1F6FEB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466344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/tmp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Download Splunk 10.2 RPM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wget -O splunk-10.2.0-linux-x86_64.rpm 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'https://download.splunk.com/products/splunk/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releases/10.2.0/linux/splunk-10.2.0-*.rpm'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Verify SHA-256 checksum (MANDATORY)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C2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sha256sum splunk-10.2.0-linux-x86_64.rpm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65760" y="30358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Install RPM &amp; Set Ownership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3310128"/>
            <a:ext cx="4937760" cy="1051560"/>
          </a:xfrm>
          <a:prstGeom prst="rect">
            <a:avLst/>
          </a:prstGeom>
          <a:solidFill>
            <a:srgbClr val="0D1117"/>
          </a:solidFill>
          <a:ln w="12700">
            <a:solidFill>
              <a:srgbClr val="1F6FEB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02920" y="3364992"/>
            <a:ext cx="46634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via RPM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rpm -ivh /tmp/splunk-10.2.0-linux-x86_64.rpm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Set ownership to splunk user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chown -R splunk:splunk /opt/splunk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0" y="9326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Directory Structure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0" y="1225296"/>
            <a:ext cx="3291840" cy="640080"/>
          </a:xfrm>
          <a:prstGeom prst="rect">
            <a:avLst/>
          </a:prstGeom>
          <a:solidFill>
            <a:srgbClr val="101929"/>
          </a:solidFill>
          <a:ln w="10160">
            <a:solidFill>
              <a:srgbClr val="007A8A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577840" y="12618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/opt/splunk/bin/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577840" y="15361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executables &amp; CLI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0" y="1956816"/>
            <a:ext cx="3291840" cy="640080"/>
          </a:xfrm>
          <a:prstGeom prst="rect">
            <a:avLst/>
          </a:prstGeom>
          <a:solidFill>
            <a:srgbClr val="101929"/>
          </a:solidFill>
          <a:ln w="10160">
            <a:solidFill>
              <a:srgbClr val="007A8A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5577840" y="19933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/opt/splunk/etc/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577840" y="226771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files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0" y="2688336"/>
            <a:ext cx="3291840" cy="640080"/>
          </a:xfrm>
          <a:prstGeom prst="rect">
            <a:avLst/>
          </a:prstGeom>
          <a:solidFill>
            <a:srgbClr val="101929"/>
          </a:solidFill>
          <a:ln w="10160">
            <a:solidFill>
              <a:srgbClr val="007A8A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5577840" y="272491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/opt/splunk/var/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577840" y="29992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&amp; index data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0" y="3419856"/>
            <a:ext cx="3291840" cy="640080"/>
          </a:xfrm>
          <a:prstGeom prst="rect">
            <a:avLst/>
          </a:prstGeom>
          <a:solidFill>
            <a:srgbClr val="101929"/>
          </a:solidFill>
          <a:ln w="10160">
            <a:solidFill>
              <a:srgbClr val="007A8A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5577840" y="34564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/opt/splunk/lib/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577840" y="37307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&amp; plugins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0" y="3310128"/>
            <a:ext cx="3291840" cy="1051560"/>
          </a:xfrm>
          <a:prstGeom prst="rect">
            <a:avLst/>
          </a:prstGeom>
          <a:solidFill>
            <a:srgbClr val="101929"/>
          </a:solidFill>
          <a:ln w="19050">
            <a:solidFill>
              <a:srgbClr val="F59E0B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5596128" y="3355848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Always get the exact download URL from splunk.com after accepting the license — filenames and hashes change per build. Never skip checksum verification.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8412480" cy="658368"/>
          </a:xfrm>
          <a:prstGeom prst="rect">
            <a:avLst/>
          </a:prstGeom>
          <a:solidFill>
            <a:srgbClr val="0D2137"/>
          </a:solidFill>
          <a:ln w="19050">
            <a:solidFill>
              <a:srgbClr val="00C2D1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219456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Steps 5 &amp; 6 — First Start &amp; Accept License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74520"/>
          </a:xfrm>
          <a:prstGeom prst="rect">
            <a:avLst/>
          </a:prstGeom>
          <a:solidFill>
            <a:srgbClr val="0D1117"/>
          </a:solidFill>
          <a:ln w="12700">
            <a:solidFill>
              <a:srgbClr val="1F6FEB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02920" y="1024128"/>
            <a:ext cx="822960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Switch to splunk user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-u splunk bash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Start Splunk and accept license (first run)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/opt/splunk/bin/splunk start --accept-license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You will be prompted to set admin username and password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Store credentials in a PAM/vault solution — NOT in plaintext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2944368"/>
            <a:ext cx="8412480" cy="960120"/>
          </a:xfrm>
          <a:prstGeom prst="rect">
            <a:avLst/>
          </a:prstGeom>
          <a:solidFill>
            <a:srgbClr val="0D1B0D"/>
          </a:solidFill>
          <a:ln w="12700">
            <a:solidFill>
              <a:srgbClr val="39D353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02920" y="29626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Expected Output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321868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Splunk&gt; Be an IT superhero. Go home early.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Checking prerequisites ... Starting Splunk ...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C2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Splunk web interface is at http://&lt;your-ip&gt;:8000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4023360"/>
            <a:ext cx="8412480" cy="658368"/>
          </a:xfrm>
          <a:prstGeom prst="rect">
            <a:avLst/>
          </a:prstGeom>
          <a:solidFill>
            <a:srgbClr val="101929"/>
          </a:solidFill>
          <a:ln w="19050">
            <a:solidFill>
              <a:srgbClr val="F59E0B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75488" y="40690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Admin Password Security: Use a minimum 16-char password. Integrate with Active Directory via LDAP post-install to eliminate local accounts — aligns with CBUAE ISR Domain 8 and PCI DSS Req. 8.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8412480" cy="658368"/>
          </a:xfrm>
          <a:prstGeom prst="rect">
            <a:avLst/>
          </a:prstGeom>
          <a:solidFill>
            <a:srgbClr val="0D2137"/>
          </a:solidFill>
          <a:ln w="19050">
            <a:solidFill>
              <a:srgbClr val="00C2D1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219456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Step 7 — Enable Splunk as a systemd Service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2148840"/>
          </a:xfrm>
          <a:prstGeom prst="rect">
            <a:avLst/>
          </a:prstGeom>
          <a:solidFill>
            <a:srgbClr val="0D1117"/>
          </a:solidFill>
          <a:ln w="12700">
            <a:solidFill>
              <a:srgbClr val="1F6FEB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02920" y="1024128"/>
            <a:ext cx="822960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Exit splunk user shell first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Enable boot-start with systemd (creates /etc/systemd/system/Splunkd.service)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/opt/splunk/bin/splunk enable boot-start -user splunk --systemd-managed 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Reload systemd and start the service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daemon-reload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enable Splunkd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start Splunkd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C2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status Splunkd   # Verify service is active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3246120"/>
            <a:ext cx="2697480" cy="960120"/>
          </a:xfrm>
          <a:prstGeom prst="rect">
            <a:avLst/>
          </a:prstGeom>
          <a:solidFill>
            <a:srgbClr val="101929"/>
          </a:solidFill>
          <a:ln w="10160">
            <a:solidFill>
              <a:srgbClr val="007A8A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Service File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356616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/etc/systemd/system/Splunkd.service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3246120"/>
            <a:ext cx="2697480" cy="960120"/>
          </a:xfrm>
          <a:prstGeom prst="rect">
            <a:avLst/>
          </a:prstGeom>
          <a:solidFill>
            <a:srgbClr val="101929"/>
          </a:solidFill>
          <a:ln w="10160">
            <a:solidFill>
              <a:srgbClr val="007A8A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291840" y="32918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Auto-restart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91840" y="356616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systemd ensures Splunk restarts on failure or reboot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35040" y="3246120"/>
            <a:ext cx="2697480" cy="960120"/>
          </a:xfrm>
          <a:prstGeom prst="rect">
            <a:avLst/>
          </a:prstGeom>
          <a:solidFill>
            <a:srgbClr val="101929"/>
          </a:solidFill>
          <a:ln w="10160">
            <a:solidFill>
              <a:srgbClr val="007A8A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126480" y="32918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Run As User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26480" y="356616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runs under the splunk account — not root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4315968"/>
            <a:ext cx="8412480" cy="502920"/>
          </a:xfrm>
          <a:prstGeom prst="rect">
            <a:avLst/>
          </a:prstGeom>
          <a:solidFill>
            <a:srgbClr val="101929"/>
          </a:solidFill>
          <a:ln w="19050">
            <a:solidFill>
              <a:srgbClr val="00C2D1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75488" y="436168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The systemd unit file uses RestartSec and Restart=on-failure by default. Review and tune these parameters for high-availability SOC deployments.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8412480" cy="658368"/>
          </a:xfrm>
          <a:prstGeom prst="rect">
            <a:avLst/>
          </a:prstGeom>
          <a:solidFill>
            <a:srgbClr val="0D2137"/>
          </a:solidFill>
          <a:ln w="19050">
            <a:solidFill>
              <a:srgbClr val="00C2D1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219456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Step 8 — Firewall Configuration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754880" cy="2834640"/>
          </a:xfrm>
          <a:prstGeom prst="rect">
            <a:avLst/>
          </a:prstGeom>
          <a:solidFill>
            <a:srgbClr val="0D1117"/>
          </a:solidFill>
          <a:ln w="12700">
            <a:solidFill>
              <a:srgbClr val="1F6FEB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02920" y="1024128"/>
            <a:ext cx="4572000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enable --now firewalld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Splunk Web UI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firewall-cmd --permanent --add-port=8000/tcp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Management / REST API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firewall-cmd --permanent --add-port=8089/tcp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HTTP Event Collector (HEC)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firewall-cmd --permanent --add-port=8088/tcp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Indexer receiver (forwarders)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firewall-cmd --permanent --add-port=9997/tcp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Syslog UDP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firewall-cmd --permanent --add-port=514/udp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C2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firewall-cmd --reload &amp;&amp; sudo firewall-cmd --list-all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303520" y="960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Reference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0" y="1261872"/>
            <a:ext cx="3474720" cy="457200"/>
          </a:xfrm>
          <a:prstGeom prst="rect">
            <a:avLst/>
          </a:prstGeom>
          <a:solidFill>
            <a:srgbClr val="101929"/>
          </a:solidFill>
          <a:ln w="10160">
            <a:solidFill>
              <a:srgbClr val="00C2D1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5303520" y="1261872"/>
            <a:ext cx="1051560" cy="457200"/>
          </a:xfrm>
          <a:prstGeom prst="rect">
            <a:avLst/>
          </a:prstGeom>
          <a:solidFill>
            <a:srgbClr val="0D2137"/>
          </a:solidFill>
          <a:ln w="10160">
            <a:solidFill>
              <a:srgbClr val="00C2D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303520" y="126187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C2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8000/tcp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00800" y="13533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Web UI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303520" y="1783080"/>
            <a:ext cx="3474720" cy="457200"/>
          </a:xfrm>
          <a:prstGeom prst="rect">
            <a:avLst/>
          </a:prstGeom>
          <a:solidFill>
            <a:srgbClr val="101929"/>
          </a:solidFill>
          <a:ln w="10160">
            <a:solidFill>
              <a:srgbClr val="00C2D1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5303520" y="1783080"/>
            <a:ext cx="1051560" cy="457200"/>
          </a:xfrm>
          <a:prstGeom prst="rect">
            <a:avLst/>
          </a:prstGeom>
          <a:solidFill>
            <a:srgbClr val="0D2137"/>
          </a:solidFill>
          <a:ln w="10160">
            <a:solidFill>
              <a:srgbClr val="00C2D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303520" y="17830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C2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8089/tcp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00800" y="18745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REST API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303520" y="2304288"/>
            <a:ext cx="3474720" cy="457200"/>
          </a:xfrm>
          <a:prstGeom prst="rect">
            <a:avLst/>
          </a:prstGeom>
          <a:solidFill>
            <a:srgbClr val="101929"/>
          </a:solidFill>
          <a:ln w="10160">
            <a:solidFill>
              <a:srgbClr val="39D353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5303520" y="2304288"/>
            <a:ext cx="1051560" cy="457200"/>
          </a:xfrm>
          <a:prstGeom prst="rect">
            <a:avLst/>
          </a:prstGeom>
          <a:solidFill>
            <a:srgbClr val="0D2137"/>
          </a:solidFill>
          <a:ln w="1016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303520" y="230428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8088/tcp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00800" y="23957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Event Collector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303520" y="2825496"/>
            <a:ext cx="3474720" cy="457200"/>
          </a:xfrm>
          <a:prstGeom prst="rect">
            <a:avLst/>
          </a:prstGeom>
          <a:solidFill>
            <a:srgbClr val="101929"/>
          </a:solidFill>
          <a:ln w="10160">
            <a:solidFill>
              <a:srgbClr val="39D353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5303520" y="2825496"/>
            <a:ext cx="1051560" cy="457200"/>
          </a:xfrm>
          <a:prstGeom prst="rect">
            <a:avLst/>
          </a:prstGeom>
          <a:solidFill>
            <a:srgbClr val="0D2137"/>
          </a:solidFill>
          <a:ln w="1016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5303520" y="282549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9997/tcp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00800" y="29169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Indexer (Forwarders)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303520" y="3346704"/>
            <a:ext cx="3474720" cy="457200"/>
          </a:xfrm>
          <a:prstGeom prst="rect">
            <a:avLst/>
          </a:prstGeom>
          <a:solidFill>
            <a:srgbClr val="101929"/>
          </a:solidFill>
          <a:ln w="10160">
            <a:solidFill>
              <a:srgbClr val="F59E0B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5303520" y="3346704"/>
            <a:ext cx="1051560" cy="457200"/>
          </a:xfrm>
          <a:prstGeom prst="rect">
            <a:avLst/>
          </a:prstGeom>
          <a:solidFill>
            <a:srgbClr val="0D2137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5303520" y="334670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514/udp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00800" y="343814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Syslog Receiver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3913632"/>
            <a:ext cx="8412480" cy="594360"/>
          </a:xfrm>
          <a:prstGeom prst="rect">
            <a:avLst/>
          </a:prstGeom>
          <a:solidFill>
            <a:srgbClr val="101929"/>
          </a:solidFill>
          <a:ln w="19050">
            <a:solidFill>
              <a:srgbClr val="EF4444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475488" y="3959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In production: restrict 8089 (API) and 8088 (HEC) to trusted source IPs only. Apply network segmentation aligned to NIST CSF PR.AC-5 and CBUAE ISR Domain 9.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8412480" cy="658368"/>
          </a:xfrm>
          <a:prstGeom prst="rect">
            <a:avLst/>
          </a:prstGeom>
          <a:solidFill>
            <a:srgbClr val="0D2137"/>
          </a:solidFill>
          <a:ln w="19050">
            <a:solidFill>
              <a:srgbClr val="00C2D1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219456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Step 9 — Access Web UI  |  Step 10 — Post-Install Hardening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926080" cy="960120"/>
          </a:xfrm>
          <a:prstGeom prst="rect">
            <a:avLst/>
          </a:prstGeom>
          <a:solidFill>
            <a:srgbClr val="0D2137"/>
          </a:solidFill>
          <a:ln w="12700">
            <a:solidFill>
              <a:srgbClr val="00C2D1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Web UI Access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http://&lt;SERVER-IP&gt;:8000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Switch to HTTPS after enabling SSL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65760" y="2057400"/>
            <a:ext cx="4160520" cy="1115568"/>
          </a:xfrm>
          <a:prstGeom prst="rect">
            <a:avLst/>
          </a:prstGeom>
          <a:solidFill>
            <a:srgbClr val="101929"/>
          </a:solidFill>
          <a:ln w="10160">
            <a:solidFill>
              <a:srgbClr val="007A8A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365760" y="2057400"/>
            <a:ext cx="548640" cy="1115568"/>
          </a:xfrm>
          <a:prstGeom prst="rect">
            <a:avLst/>
          </a:prstGeom>
          <a:solidFill>
            <a:srgbClr val="0D2137"/>
          </a:solidFill>
          <a:ln w="10160">
            <a:solidFill>
              <a:srgbClr val="00C2D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65760" y="2057400"/>
            <a:ext cx="5486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05840" y="21031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HTTPS on Splunk Web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05840" y="2377440"/>
            <a:ext cx="3429000" cy="411480"/>
          </a:xfrm>
          <a:prstGeom prst="rect">
            <a:avLst/>
          </a:prstGeom>
          <a:solidFill>
            <a:srgbClr val="0D1117"/>
          </a:solidFill>
          <a:ln w="762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1051560" y="2395728"/>
            <a:ext cx="3337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[settings]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enableSplunkWebSSL = true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05840" y="28346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etc/system/local/web.conf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09160" y="2057400"/>
            <a:ext cx="4160520" cy="1115568"/>
          </a:xfrm>
          <a:prstGeom prst="rect">
            <a:avLst/>
          </a:prstGeom>
          <a:solidFill>
            <a:srgbClr val="101929"/>
          </a:solidFill>
          <a:ln w="10160">
            <a:solidFill>
              <a:srgbClr val="007A8A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4709160" y="2057400"/>
            <a:ext cx="548640" cy="1115568"/>
          </a:xfrm>
          <a:prstGeom prst="rect">
            <a:avLst/>
          </a:prstGeom>
          <a:solidFill>
            <a:srgbClr val="0D2137"/>
          </a:solidFill>
          <a:ln w="10160">
            <a:solidFill>
              <a:srgbClr val="00C2D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709160" y="2057400"/>
            <a:ext cx="5486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349240" y="21031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LDAP / AD Integration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49240" y="2377440"/>
            <a:ext cx="3429000" cy="411480"/>
          </a:xfrm>
          <a:prstGeom prst="rect">
            <a:avLst/>
          </a:prstGeom>
          <a:solidFill>
            <a:srgbClr val="0D1117"/>
          </a:solidFill>
          <a:ln w="762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394960" y="2395728"/>
            <a:ext cx="3337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 → Authentication Methods → LDAP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349240" y="28346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local-only accounts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91840"/>
            <a:ext cx="4160520" cy="1115568"/>
          </a:xfrm>
          <a:prstGeom prst="rect">
            <a:avLst/>
          </a:prstGeom>
          <a:solidFill>
            <a:srgbClr val="101929"/>
          </a:solidFill>
          <a:ln w="10160">
            <a:solidFill>
              <a:srgbClr val="007A8A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548640" cy="1115568"/>
          </a:xfrm>
          <a:prstGeom prst="rect">
            <a:avLst/>
          </a:prstGeom>
          <a:solidFill>
            <a:srgbClr val="0D2137"/>
          </a:solidFill>
          <a:ln w="10160">
            <a:solidFill>
              <a:srgbClr val="00C2D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365760" y="3291840"/>
            <a:ext cx="5486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05840" y="333756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Audit Logging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05840" y="3611880"/>
            <a:ext cx="3429000" cy="411480"/>
          </a:xfrm>
          <a:prstGeom prst="rect">
            <a:avLst/>
          </a:prstGeom>
          <a:solidFill>
            <a:srgbClr val="0D1117"/>
          </a:solidFill>
          <a:ln w="762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1051560" y="3630168"/>
            <a:ext cx="3337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/opt/splunk/var/log/splunk/audit.log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05840" y="40690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to dedicated SOC index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09160" y="3291840"/>
            <a:ext cx="4160520" cy="1115568"/>
          </a:xfrm>
          <a:prstGeom prst="rect">
            <a:avLst/>
          </a:prstGeom>
          <a:solidFill>
            <a:srgbClr val="101929"/>
          </a:solidFill>
          <a:ln w="10160">
            <a:solidFill>
              <a:srgbClr val="007A8A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4709160" y="3291840"/>
            <a:ext cx="548640" cy="1115568"/>
          </a:xfrm>
          <a:prstGeom prst="rect">
            <a:avLst/>
          </a:prstGeom>
          <a:solidFill>
            <a:srgbClr val="0D2137"/>
          </a:solidFill>
          <a:ln w="10160">
            <a:solidFill>
              <a:srgbClr val="00C2D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4709160" y="3291840"/>
            <a:ext cx="5486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349240" y="333756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Re-enable SELinux Enforcing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349240" y="3611880"/>
            <a:ext cx="3429000" cy="411480"/>
          </a:xfrm>
          <a:prstGeom prst="rect">
            <a:avLst/>
          </a:prstGeom>
          <a:solidFill>
            <a:srgbClr val="0D1117"/>
          </a:solidFill>
          <a:ln w="762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5394960" y="3630168"/>
            <a:ext cx="3337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setenforce 1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restorecon -Rv /opt/splunk/bin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349240" y="40690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/etc/selinux/config → SELINUX=enforcing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65760" y="4553712"/>
            <a:ext cx="8412480" cy="384048"/>
          </a:xfrm>
          <a:prstGeom prst="rect">
            <a:avLst/>
          </a:prstGeom>
          <a:solidFill>
            <a:srgbClr val="0D2137"/>
          </a:solidFill>
          <a:ln w="10160">
            <a:solidFill>
              <a:srgbClr val="00C2D1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502920" y="456285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 aligns with:  CBUAE ISR Domain 8 &amp; 10  ·  ISO 27001 A.8 &amp; A.9  ·  PCI DSS Req. 8 &amp; 10  ·  NIST CSF PR.AC / DE.AE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8412480" cy="658368"/>
          </a:xfrm>
          <a:prstGeom prst="rect">
            <a:avLst/>
          </a:prstGeom>
          <a:solidFill>
            <a:srgbClr val="0D2137"/>
          </a:solidFill>
          <a:ln w="19050">
            <a:solidFill>
              <a:srgbClr val="00C2D1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219456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Quick Reference — Commands &amp; Directory Map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Commands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4846320" cy="420624"/>
          </a:xfrm>
          <a:prstGeom prst="rect">
            <a:avLst/>
          </a:prstGeom>
          <a:solidFill>
            <a:srgbClr val="101929"/>
          </a:solidFill>
          <a:ln w="7620">
            <a:solidFill>
              <a:srgbClr val="007A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1097280" cy="420624"/>
          </a:xfrm>
          <a:prstGeom prst="rect">
            <a:avLst/>
          </a:prstGeom>
          <a:solidFill>
            <a:srgbClr val="0D2137"/>
          </a:solidFill>
          <a:ln w="7620">
            <a:solidFill>
              <a:srgbClr val="007A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65760" y="1261872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508760" y="135331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start Splunkd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709928"/>
            <a:ext cx="4846320" cy="420624"/>
          </a:xfrm>
          <a:prstGeom prst="rect">
            <a:avLst/>
          </a:prstGeom>
          <a:solidFill>
            <a:srgbClr val="111827"/>
          </a:solidFill>
          <a:ln w="7620">
            <a:solidFill>
              <a:srgbClr val="007A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365760" y="1709928"/>
            <a:ext cx="1097280" cy="420624"/>
          </a:xfrm>
          <a:prstGeom prst="rect">
            <a:avLst/>
          </a:prstGeom>
          <a:solidFill>
            <a:srgbClr val="0D2137"/>
          </a:solidFill>
          <a:ln w="7620">
            <a:solidFill>
              <a:srgbClr val="007A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65760" y="170992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508760" y="180136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stop Splunkd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157984"/>
            <a:ext cx="4846320" cy="420624"/>
          </a:xfrm>
          <a:prstGeom prst="rect">
            <a:avLst/>
          </a:prstGeom>
          <a:solidFill>
            <a:srgbClr val="101929"/>
          </a:solidFill>
          <a:ln w="7620">
            <a:solidFill>
              <a:srgbClr val="007A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365760" y="2157984"/>
            <a:ext cx="1097280" cy="420624"/>
          </a:xfrm>
          <a:prstGeom prst="rect">
            <a:avLst/>
          </a:prstGeom>
          <a:solidFill>
            <a:srgbClr val="0D2137"/>
          </a:solidFill>
          <a:ln w="7620">
            <a:solidFill>
              <a:srgbClr val="007A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365760" y="2157984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508760" y="224942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restart Splunkd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606040"/>
            <a:ext cx="4846320" cy="420624"/>
          </a:xfrm>
          <a:prstGeom prst="rect">
            <a:avLst/>
          </a:prstGeom>
          <a:solidFill>
            <a:srgbClr val="111827"/>
          </a:solidFill>
          <a:ln w="7620">
            <a:solidFill>
              <a:srgbClr val="007A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365760" y="2606040"/>
            <a:ext cx="1097280" cy="420624"/>
          </a:xfrm>
          <a:prstGeom prst="rect">
            <a:avLst/>
          </a:prstGeom>
          <a:solidFill>
            <a:srgbClr val="0D2137"/>
          </a:solidFill>
          <a:ln w="7620">
            <a:solidFill>
              <a:srgbClr val="007A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365760" y="260604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508760" y="269748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status Splunkd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054096"/>
            <a:ext cx="4846320" cy="420624"/>
          </a:xfrm>
          <a:prstGeom prst="rect">
            <a:avLst/>
          </a:prstGeom>
          <a:solidFill>
            <a:srgbClr val="101929"/>
          </a:solidFill>
          <a:ln w="7620">
            <a:solidFill>
              <a:srgbClr val="007A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365760" y="3054096"/>
            <a:ext cx="1097280" cy="420624"/>
          </a:xfrm>
          <a:prstGeom prst="rect">
            <a:avLst/>
          </a:prstGeom>
          <a:solidFill>
            <a:srgbClr val="0D2137"/>
          </a:solidFill>
          <a:ln w="7620">
            <a:solidFill>
              <a:srgbClr val="007A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365760" y="30540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Status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508760" y="314553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/opt/splunk/bin/splunk status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502152"/>
            <a:ext cx="4846320" cy="420624"/>
          </a:xfrm>
          <a:prstGeom prst="rect">
            <a:avLst/>
          </a:prstGeom>
          <a:solidFill>
            <a:srgbClr val="111827"/>
          </a:solidFill>
          <a:ln w="7620">
            <a:solidFill>
              <a:srgbClr val="007A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365760" y="3502152"/>
            <a:ext cx="1097280" cy="420624"/>
          </a:xfrm>
          <a:prstGeom prst="rect">
            <a:avLst/>
          </a:prstGeom>
          <a:solidFill>
            <a:srgbClr val="0D2137"/>
          </a:solidFill>
          <a:ln w="7620">
            <a:solidFill>
              <a:srgbClr val="007A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365760" y="3502152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508760" y="359359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/opt/splunk/bin/splunk version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3950208"/>
            <a:ext cx="4846320" cy="420624"/>
          </a:xfrm>
          <a:prstGeom prst="rect">
            <a:avLst/>
          </a:prstGeom>
          <a:solidFill>
            <a:srgbClr val="101929"/>
          </a:solidFill>
          <a:ln w="7620">
            <a:solidFill>
              <a:srgbClr val="007A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365760" y="3950208"/>
            <a:ext cx="1097280" cy="420624"/>
          </a:xfrm>
          <a:prstGeom prst="rect">
            <a:avLst/>
          </a:prstGeom>
          <a:solidFill>
            <a:srgbClr val="0D2137"/>
          </a:solidFill>
          <a:ln w="7620">
            <a:solidFill>
              <a:srgbClr val="007A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365760" y="39502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Input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508760" y="404164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/opt/splunk/bin/splunk add monitor /var/log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94960" y="9601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Reference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394960" y="1261872"/>
            <a:ext cx="3383280" cy="548640"/>
          </a:xfrm>
          <a:prstGeom prst="rect">
            <a:avLst/>
          </a:prstGeom>
          <a:solidFill>
            <a:srgbClr val="101929"/>
          </a:solidFill>
          <a:ln w="8890">
            <a:solidFill>
              <a:srgbClr val="007A8A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5486400" y="12984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/opt/splunk/bin/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486400" y="153619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Executables &amp; CLI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394960" y="1883664"/>
            <a:ext cx="3383280" cy="548640"/>
          </a:xfrm>
          <a:prstGeom prst="rect">
            <a:avLst/>
          </a:prstGeom>
          <a:solidFill>
            <a:srgbClr val="101929"/>
          </a:solidFill>
          <a:ln w="8890">
            <a:solidFill>
              <a:srgbClr val="007A8A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5486400" y="192024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/opt/splunk/etc/system/local/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486400" y="215798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overrides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394960" y="2505456"/>
            <a:ext cx="3383280" cy="548640"/>
          </a:xfrm>
          <a:prstGeom prst="rect">
            <a:avLst/>
          </a:prstGeom>
          <a:solidFill>
            <a:srgbClr val="101929"/>
          </a:solidFill>
          <a:ln w="8890">
            <a:solidFill>
              <a:srgbClr val="007A8A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5486400" y="254203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/opt/splunk/var/log/splunk/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486400" y="277977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logs / audit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394960" y="3127248"/>
            <a:ext cx="3383280" cy="548640"/>
          </a:xfrm>
          <a:prstGeom prst="rect">
            <a:avLst/>
          </a:prstGeom>
          <a:solidFill>
            <a:srgbClr val="101929"/>
          </a:solidFill>
          <a:ln w="8890">
            <a:solidFill>
              <a:srgbClr val="007A8A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5486400" y="316382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/opt/splunk/var/lib/splunk/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486400" y="340156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&amp; data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394960" y="3749040"/>
            <a:ext cx="3383280" cy="548640"/>
          </a:xfrm>
          <a:prstGeom prst="rect">
            <a:avLst/>
          </a:prstGeom>
          <a:solidFill>
            <a:srgbClr val="101929"/>
          </a:solidFill>
          <a:ln w="8890">
            <a:solidFill>
              <a:srgbClr val="007A8A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5486400" y="378561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/etc/systemd/system/Splunkd.service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486400" y="402336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systemd unit file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65760" y="4462272"/>
            <a:ext cx="8412480" cy="502920"/>
          </a:xfrm>
          <a:prstGeom prst="rect">
            <a:avLst/>
          </a:prstGeom>
          <a:solidFill>
            <a:srgbClr val="0D2137"/>
          </a:solidFill>
          <a:ln w="10160">
            <a:solidFill>
              <a:srgbClr val="00C2D1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/>
          <p:nvPr/>
        </p:nvSpPr>
        <p:spPr>
          <a:xfrm>
            <a:off x="502920" y="44805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 docs.splunk.com/Splunk/10.2  ·  ISO/IEC 27001:2022 A.8  ·  CBUAE ISR Domain 8 &amp; 10  ·  NIST SP 800-92  ·  PCI DSS v4.0 Req. 10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C2D1"/>
          </a:solidFill>
          <a:ln w="12700">
            <a:solidFill>
              <a:srgbClr val="00C2D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457200" y="502920"/>
            <a:ext cx="8229600" cy="3520440"/>
          </a:xfrm>
          <a:prstGeom prst="rect">
            <a:avLst/>
          </a:prstGeom>
          <a:solidFill>
            <a:srgbClr val="101929"/>
          </a:solidFill>
          <a:ln w="12700">
            <a:solidFill>
              <a:srgbClr val="007A8A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109728" cy="3520440"/>
          </a:xfrm>
          <a:prstGeom prst="rect">
            <a:avLst/>
          </a:prstGeom>
          <a:solidFill>
            <a:srgbClr val="00C2D1"/>
          </a:solidFill>
          <a:ln w="12700">
            <a:solidFill>
              <a:srgbClr val="00C2D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822960" y="68580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10.2 on CentOS 9 — Installation Complete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1444752"/>
            <a:ext cx="6858000" cy="36576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822960" y="157276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Non-root splunk user enforces least-privilege (ISO 27001 A.9 / CBUAE ISR Domain 8)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956816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SHA-256 checksum verification before install — supply chain integrity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340864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systemd service ensures resilience and auto-recovery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72491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Firewall rules scoped per function (Web UI, HEC, Syslog, Indexer)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10896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HTTPS, LDAP, SELinux hardening aligned to PCI DSS, NIST CSF, CBUAE ISR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160520"/>
            <a:ext cx="82296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0C2D1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48640" y="418795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Eissa  |  CISA · CISM · CISSP  |  muhammadeissa.me  |  linkedin.com/in/muhammadeissa  |  ESLabs Academy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451713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&amp; IT Governance Leader — Banking &amp; Financial Services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1878</Words>
  <Application>Microsoft Office PowerPoint</Application>
  <PresentationFormat>On-screen Show (16:9)</PresentationFormat>
  <Paragraphs>295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Splunk Enterprise 10.2 – Installation on CentOS 9</dc:title>
  <dc:subject>PptxGenJS Presentation</dc:subject>
  <dc:creator>Muhammad Eissa</dc:creator>
  <cp:lastModifiedBy>Muhammad Abd El-Aal</cp:lastModifiedBy>
  <cp:revision>2</cp:revision>
  <dcterms:created xsi:type="dcterms:W3CDTF">2026-05-16T10:38:21Z</dcterms:created>
  <dcterms:modified xsi:type="dcterms:W3CDTF">2026-05-16T12:56:43Z</dcterms:modified>
</cp:coreProperties>
</file>